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5" r:id="rId4"/>
    <p:sldMasterId id="214748369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Playfair Display Medium"/>
      <p:regular r:id="rId17"/>
      <p:bold r:id="rId18"/>
      <p:italic r:id="rId19"/>
      <p:boldItalic r:id="rId20"/>
    </p:embeddedFont>
    <p:embeddedFont>
      <p:font typeface="Fraunces"/>
      <p:regular r:id="rId21"/>
      <p:bold r:id="rId22"/>
      <p:italic r:id="rId23"/>
      <p:boldItalic r:id="rId24"/>
    </p:embeddedFont>
    <p:embeddedFont>
      <p:font typeface="Nunito"/>
      <p:regular r:id="rId25"/>
      <p:bold r:id="rId26"/>
      <p:italic r:id="rId27"/>
      <p:boldItalic r:id="rId28"/>
    </p:embeddedFont>
    <p:embeddedFont>
      <p:font typeface="Playfair Display"/>
      <p:regular r:id="rId29"/>
      <p:bold r:id="rId30"/>
      <p:italic r:id="rId31"/>
      <p:boldItalic r:id="rId32"/>
    </p:embeddedFont>
    <p:embeddedFont>
      <p:font typeface="Lato"/>
      <p:regular r:id="rId33"/>
      <p:bold r:id="rId34"/>
      <p:italic r:id="rId35"/>
      <p:boldItalic r:id="rId36"/>
    </p:embeddedFont>
    <p:embeddedFont>
      <p:font typeface="Playfair Display ExtraBold"/>
      <p:bold r:id="rId37"/>
      <p:boldItalic r:id="rId38"/>
    </p:embeddedFont>
    <p:embeddedFont>
      <p:font typeface="Nunito Sans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Sans-bold.fntdata"/><Relationship Id="rId20" Type="http://schemas.openxmlformats.org/officeDocument/2006/relationships/font" Target="fonts/PlayfairDisplayMedium-boldItalic.fntdata"/><Relationship Id="rId42" Type="http://schemas.openxmlformats.org/officeDocument/2006/relationships/font" Target="fonts/NunitoSans-boldItalic.fntdata"/><Relationship Id="rId41" Type="http://schemas.openxmlformats.org/officeDocument/2006/relationships/font" Target="fonts/NunitoSans-italic.fntdata"/><Relationship Id="rId22" Type="http://schemas.openxmlformats.org/officeDocument/2006/relationships/font" Target="fonts/Fraunces-bold.fntdata"/><Relationship Id="rId21" Type="http://schemas.openxmlformats.org/officeDocument/2006/relationships/font" Target="fonts/Fraunces-regular.fntdata"/><Relationship Id="rId24" Type="http://schemas.openxmlformats.org/officeDocument/2006/relationships/font" Target="fonts/Fraunces-boldItalic.fntdata"/><Relationship Id="rId23" Type="http://schemas.openxmlformats.org/officeDocument/2006/relationships/font" Target="fonts/Fraunce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layfairDisplay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ayfairDisplay-italic.fntdata"/><Relationship Id="rId30" Type="http://schemas.openxmlformats.org/officeDocument/2006/relationships/font" Target="fonts/PlayfairDisplay-bold.fntdata"/><Relationship Id="rId11" Type="http://schemas.openxmlformats.org/officeDocument/2006/relationships/slide" Target="slides/slide5.xml"/><Relationship Id="rId33" Type="http://schemas.openxmlformats.org/officeDocument/2006/relationships/font" Target="fonts/Lato-regular.fntdata"/><Relationship Id="rId10" Type="http://schemas.openxmlformats.org/officeDocument/2006/relationships/slide" Target="slides/slide4.xml"/><Relationship Id="rId32" Type="http://schemas.openxmlformats.org/officeDocument/2006/relationships/font" Target="fonts/PlayfairDisplay-boldItalic.fntdata"/><Relationship Id="rId13" Type="http://schemas.openxmlformats.org/officeDocument/2006/relationships/slide" Target="slides/slide7.xml"/><Relationship Id="rId35" Type="http://schemas.openxmlformats.org/officeDocument/2006/relationships/font" Target="fonts/Lato-italic.fntdata"/><Relationship Id="rId12" Type="http://schemas.openxmlformats.org/officeDocument/2006/relationships/slide" Target="slides/slide6.xml"/><Relationship Id="rId34" Type="http://schemas.openxmlformats.org/officeDocument/2006/relationships/font" Target="fonts/Lato-bold.fntdata"/><Relationship Id="rId15" Type="http://schemas.openxmlformats.org/officeDocument/2006/relationships/slide" Target="slides/slide9.xml"/><Relationship Id="rId37" Type="http://schemas.openxmlformats.org/officeDocument/2006/relationships/font" Target="fonts/PlayfairDisplayExtraBold-bold.fntdata"/><Relationship Id="rId14" Type="http://schemas.openxmlformats.org/officeDocument/2006/relationships/slide" Target="slides/slide8.xml"/><Relationship Id="rId36" Type="http://schemas.openxmlformats.org/officeDocument/2006/relationships/font" Target="fonts/Lato-boldItalic.fntdata"/><Relationship Id="rId17" Type="http://schemas.openxmlformats.org/officeDocument/2006/relationships/font" Target="fonts/PlayfairDisplayMedium-regular.fntdata"/><Relationship Id="rId39" Type="http://schemas.openxmlformats.org/officeDocument/2006/relationships/font" Target="fonts/NunitoSans-regular.fntdata"/><Relationship Id="rId16" Type="http://schemas.openxmlformats.org/officeDocument/2006/relationships/slide" Target="slides/slide10.xml"/><Relationship Id="rId38" Type="http://schemas.openxmlformats.org/officeDocument/2006/relationships/font" Target="fonts/PlayfairDisplayExtraBold-boldItalic.fntdata"/><Relationship Id="rId19" Type="http://schemas.openxmlformats.org/officeDocument/2006/relationships/font" Target="fonts/PlayfairDisplayMedium-italic.fntdata"/><Relationship Id="rId18" Type="http://schemas.openxmlformats.org/officeDocument/2006/relationships/font" Target="fonts/PlayfairDisplay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a441eab19d_0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a441eab19d_0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a441eab19d_0_1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a441eab19d_0_1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a441eab19d_0_1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a441eab19d_0_1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a441eab19d_0_1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a441eab19d_0_1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a441eab19d_0_1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a441eab19d_0_1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441eab19d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a441eab19d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a441eab19d_0_1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a441eab19d_0_1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a441eab19d_0_1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a441eab19d_0_1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a441eab19d_0_1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a441eab19d_0_1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a441eab19d_0_2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a441eab19d_0_2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 txBox="1"/>
          <p:nvPr>
            <p:ph type="title"/>
          </p:nvPr>
        </p:nvSpPr>
        <p:spPr>
          <a:xfrm>
            <a:off x="276075" y="457200"/>
            <a:ext cx="5713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30" name="Google Shape;130;p14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text boxes">
  <p:cSld name="BLANK_1_1_1_1_8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/>
          <p:nvPr>
            <p:ph type="title"/>
          </p:nvPr>
        </p:nvSpPr>
        <p:spPr>
          <a:xfrm>
            <a:off x="276075" y="457200"/>
            <a:ext cx="5713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34" name="Google Shape;134;p15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40710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271055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501400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731745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body"/>
          </p:nvPr>
        </p:nvSpPr>
        <p:spPr>
          <a:xfrm>
            <a:off x="40710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40" name="Google Shape;140;p15"/>
          <p:cNvSpPr txBox="1"/>
          <p:nvPr>
            <p:ph idx="7" type="body"/>
          </p:nvPr>
        </p:nvSpPr>
        <p:spPr>
          <a:xfrm>
            <a:off x="271055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41" name="Google Shape;141;p15"/>
          <p:cNvSpPr txBox="1"/>
          <p:nvPr>
            <p:ph idx="8" type="body"/>
          </p:nvPr>
        </p:nvSpPr>
        <p:spPr>
          <a:xfrm>
            <a:off x="501400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42" name="Google Shape;142;p15"/>
          <p:cNvSpPr txBox="1"/>
          <p:nvPr>
            <p:ph idx="9" type="body"/>
          </p:nvPr>
        </p:nvSpPr>
        <p:spPr>
          <a:xfrm>
            <a:off x="731745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text boxes with small statement">
  <p:cSld name="BLANK_1_1_1_1_6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>
            <p:ph idx="1" type="body"/>
          </p:nvPr>
        </p:nvSpPr>
        <p:spPr>
          <a:xfrm>
            <a:off x="5503325" y="524750"/>
            <a:ext cx="3356100" cy="8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9pPr>
          </a:lstStyle>
          <a:p/>
        </p:txBody>
      </p:sp>
      <p:sp>
        <p:nvSpPr>
          <p:cNvPr id="145" name="Google Shape;145;p16"/>
          <p:cNvSpPr txBox="1"/>
          <p:nvPr>
            <p:ph type="title"/>
          </p:nvPr>
        </p:nvSpPr>
        <p:spPr>
          <a:xfrm>
            <a:off x="276075" y="457200"/>
            <a:ext cx="5000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6" name="Google Shape;146;p16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47" name="Google Shape;147;p16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16"/>
          <p:cNvSpPr txBox="1"/>
          <p:nvPr>
            <p:ph idx="3" type="subTitle"/>
          </p:nvPr>
        </p:nvSpPr>
        <p:spPr>
          <a:xfrm>
            <a:off x="279528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4" type="subTitle"/>
          </p:nvPr>
        </p:nvSpPr>
        <p:spPr>
          <a:xfrm>
            <a:off x="2489940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5" type="subTitle"/>
          </p:nvPr>
        </p:nvSpPr>
        <p:spPr>
          <a:xfrm>
            <a:off x="4695138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6" type="subTitle"/>
          </p:nvPr>
        </p:nvSpPr>
        <p:spPr>
          <a:xfrm>
            <a:off x="6900335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7" type="body"/>
          </p:nvPr>
        </p:nvSpPr>
        <p:spPr>
          <a:xfrm>
            <a:off x="27495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53" name="Google Shape;153;p16"/>
          <p:cNvSpPr txBox="1"/>
          <p:nvPr>
            <p:ph idx="8" type="body"/>
          </p:nvPr>
        </p:nvSpPr>
        <p:spPr>
          <a:xfrm>
            <a:off x="248994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54" name="Google Shape;154;p16"/>
          <p:cNvSpPr txBox="1"/>
          <p:nvPr>
            <p:ph idx="9" type="body"/>
          </p:nvPr>
        </p:nvSpPr>
        <p:spPr>
          <a:xfrm>
            <a:off x="470493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55" name="Google Shape;155;p16"/>
          <p:cNvSpPr txBox="1"/>
          <p:nvPr>
            <p:ph idx="13" type="body"/>
          </p:nvPr>
        </p:nvSpPr>
        <p:spPr>
          <a:xfrm>
            <a:off x="6900335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56" name="Google Shape;156;p16"/>
          <p:cNvSpPr txBox="1"/>
          <p:nvPr>
            <p:ph idx="14" type="subTitle"/>
          </p:nvPr>
        </p:nvSpPr>
        <p:spPr>
          <a:xfrm>
            <a:off x="279525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15" type="subTitle"/>
          </p:nvPr>
        </p:nvSpPr>
        <p:spPr>
          <a:xfrm>
            <a:off x="2489950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16" type="subTitle"/>
          </p:nvPr>
        </p:nvSpPr>
        <p:spPr>
          <a:xfrm>
            <a:off x="4700375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17" type="subTitle"/>
          </p:nvPr>
        </p:nvSpPr>
        <p:spPr>
          <a:xfrm>
            <a:off x="6910800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right image and 2 text boxes">
  <p:cSld name="BLANK_1_1_1_1_5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276075" y="457200"/>
            <a:ext cx="6432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2" name="Google Shape;162;p17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17"/>
          <p:cNvSpPr/>
          <p:nvPr>
            <p:ph idx="2" type="pic"/>
          </p:nvPr>
        </p:nvSpPr>
        <p:spPr>
          <a:xfrm>
            <a:off x="6802800" y="0"/>
            <a:ext cx="2341200" cy="1189800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17"/>
          <p:cNvSpPr txBox="1"/>
          <p:nvPr>
            <p:ph idx="1" type="subTitle"/>
          </p:nvPr>
        </p:nvSpPr>
        <p:spPr>
          <a:xfrm>
            <a:off x="4682775" y="2717425"/>
            <a:ext cx="20262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5" name="Google Shape;165;p17"/>
          <p:cNvSpPr txBox="1"/>
          <p:nvPr>
            <p:ph idx="3" type="subTitle"/>
          </p:nvPr>
        </p:nvSpPr>
        <p:spPr>
          <a:xfrm>
            <a:off x="6843453" y="2717425"/>
            <a:ext cx="20301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6" name="Google Shape;166;p17"/>
          <p:cNvSpPr txBox="1"/>
          <p:nvPr>
            <p:ph idx="4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67" name="Google Shape;167;p17"/>
          <p:cNvSpPr txBox="1"/>
          <p:nvPr>
            <p:ph idx="5" type="body"/>
          </p:nvPr>
        </p:nvSpPr>
        <p:spPr>
          <a:xfrm>
            <a:off x="4682775" y="3042765"/>
            <a:ext cx="2026200" cy="12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68" name="Google Shape;168;p17"/>
          <p:cNvSpPr txBox="1"/>
          <p:nvPr>
            <p:ph idx="6" type="body"/>
          </p:nvPr>
        </p:nvSpPr>
        <p:spPr>
          <a:xfrm>
            <a:off x="6843455" y="3042765"/>
            <a:ext cx="2030100" cy="12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peakers info">
  <p:cSld name="BLANK_1_1_1_1_3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/>
          <p:nvPr/>
        </p:nvSpPr>
        <p:spPr>
          <a:xfrm>
            <a:off x="5461825" y="850"/>
            <a:ext cx="3682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18"/>
          <p:cNvSpPr txBox="1"/>
          <p:nvPr>
            <p:ph idx="1" type="subTitle"/>
          </p:nvPr>
        </p:nvSpPr>
        <p:spPr>
          <a:xfrm>
            <a:off x="1987875" y="1422801"/>
            <a:ext cx="15783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2" name="Google Shape;172;p18"/>
          <p:cNvSpPr txBox="1"/>
          <p:nvPr>
            <p:ph idx="2" type="subTitle"/>
          </p:nvPr>
        </p:nvSpPr>
        <p:spPr>
          <a:xfrm>
            <a:off x="1987875" y="1849116"/>
            <a:ext cx="1547700" cy="322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3" name="Google Shape;173;p18"/>
          <p:cNvSpPr/>
          <p:nvPr>
            <p:ph idx="3" type="pic"/>
          </p:nvPr>
        </p:nvSpPr>
        <p:spPr>
          <a:xfrm>
            <a:off x="-50" y="1424175"/>
            <a:ext cx="1838100" cy="32670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18"/>
          <p:cNvSpPr/>
          <p:nvPr>
            <p:ph idx="4" type="pic"/>
          </p:nvPr>
        </p:nvSpPr>
        <p:spPr>
          <a:xfrm>
            <a:off x="4527160" y="1424175"/>
            <a:ext cx="1838100" cy="32670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18"/>
          <p:cNvSpPr txBox="1"/>
          <p:nvPr>
            <p:ph idx="5" type="subTitle"/>
          </p:nvPr>
        </p:nvSpPr>
        <p:spPr>
          <a:xfrm>
            <a:off x="6525486" y="1422801"/>
            <a:ext cx="15783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6" name="Google Shape;176;p18"/>
          <p:cNvSpPr txBox="1"/>
          <p:nvPr>
            <p:ph idx="6" type="subTitle"/>
          </p:nvPr>
        </p:nvSpPr>
        <p:spPr>
          <a:xfrm>
            <a:off x="6525486" y="1849116"/>
            <a:ext cx="1547700" cy="322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7" name="Google Shape;177;p18"/>
          <p:cNvSpPr txBox="1"/>
          <p:nvPr>
            <p:ph type="title"/>
          </p:nvPr>
        </p:nvSpPr>
        <p:spPr>
          <a:xfrm>
            <a:off x="276075" y="457200"/>
            <a:ext cx="42489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8" name="Google Shape;178;p18"/>
          <p:cNvSpPr txBox="1"/>
          <p:nvPr>
            <p:ph idx="7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79" name="Google Shape;179;p18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18"/>
          <p:cNvSpPr txBox="1"/>
          <p:nvPr>
            <p:ph idx="8" type="body"/>
          </p:nvPr>
        </p:nvSpPr>
        <p:spPr>
          <a:xfrm>
            <a:off x="1987875" y="3545425"/>
            <a:ext cx="1755000" cy="82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1" name="Google Shape;181;p18"/>
          <p:cNvSpPr txBox="1"/>
          <p:nvPr>
            <p:ph idx="9" type="body"/>
          </p:nvPr>
        </p:nvSpPr>
        <p:spPr>
          <a:xfrm>
            <a:off x="6536675" y="3545425"/>
            <a:ext cx="1699800" cy="82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BLANK_1_1_1_1_2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/>
          <p:nvPr>
            <p:ph idx="2" type="pic"/>
          </p:nvPr>
        </p:nvSpPr>
        <p:spPr>
          <a:xfrm>
            <a:off x="4138225" y="517875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19"/>
          <p:cNvSpPr/>
          <p:nvPr>
            <p:ph idx="3" type="pic"/>
          </p:nvPr>
        </p:nvSpPr>
        <p:spPr>
          <a:xfrm>
            <a:off x="4138225" y="1957188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19"/>
          <p:cNvSpPr/>
          <p:nvPr>
            <p:ph idx="4" type="pic"/>
          </p:nvPr>
        </p:nvSpPr>
        <p:spPr>
          <a:xfrm>
            <a:off x="4138213" y="3403813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86" name="Google Shape;186;p19"/>
          <p:cNvSpPr/>
          <p:nvPr>
            <p:ph idx="5" type="pic"/>
          </p:nvPr>
        </p:nvSpPr>
        <p:spPr>
          <a:xfrm>
            <a:off x="6573252" y="517875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87" name="Google Shape;187;p19"/>
          <p:cNvSpPr/>
          <p:nvPr>
            <p:ph idx="6" type="pic"/>
          </p:nvPr>
        </p:nvSpPr>
        <p:spPr>
          <a:xfrm>
            <a:off x="6573252" y="1957188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88" name="Google Shape;188;p19"/>
          <p:cNvSpPr/>
          <p:nvPr>
            <p:ph idx="7" type="pic"/>
          </p:nvPr>
        </p:nvSpPr>
        <p:spPr>
          <a:xfrm>
            <a:off x="6573252" y="3403813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19"/>
          <p:cNvSpPr txBox="1"/>
          <p:nvPr>
            <p:ph idx="1" type="subTitle"/>
          </p:nvPr>
        </p:nvSpPr>
        <p:spPr>
          <a:xfrm>
            <a:off x="5406561" y="3413650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90" name="Google Shape;190;p19"/>
          <p:cNvSpPr txBox="1"/>
          <p:nvPr>
            <p:ph idx="8" type="subTitle"/>
          </p:nvPr>
        </p:nvSpPr>
        <p:spPr>
          <a:xfrm>
            <a:off x="5406561" y="195147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91" name="Google Shape;191;p19"/>
          <p:cNvSpPr txBox="1"/>
          <p:nvPr>
            <p:ph idx="9" type="subTitle"/>
          </p:nvPr>
        </p:nvSpPr>
        <p:spPr>
          <a:xfrm>
            <a:off x="5406561" y="51822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92" name="Google Shape;192;p19"/>
          <p:cNvSpPr txBox="1"/>
          <p:nvPr>
            <p:ph idx="13" type="subTitle"/>
          </p:nvPr>
        </p:nvSpPr>
        <p:spPr>
          <a:xfrm>
            <a:off x="7840736" y="3413650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93" name="Google Shape;193;p19"/>
          <p:cNvSpPr txBox="1"/>
          <p:nvPr>
            <p:ph idx="14" type="subTitle"/>
          </p:nvPr>
        </p:nvSpPr>
        <p:spPr>
          <a:xfrm>
            <a:off x="7840736" y="195147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94" name="Google Shape;194;p19"/>
          <p:cNvSpPr txBox="1"/>
          <p:nvPr>
            <p:ph idx="15" type="subTitle"/>
          </p:nvPr>
        </p:nvSpPr>
        <p:spPr>
          <a:xfrm>
            <a:off x="7840736" y="51822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95" name="Google Shape;195;p19"/>
          <p:cNvSpPr txBox="1"/>
          <p:nvPr>
            <p:ph idx="16" type="subTitle"/>
          </p:nvPr>
        </p:nvSpPr>
        <p:spPr>
          <a:xfrm>
            <a:off x="5406550" y="1480150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96" name="Google Shape;196;p19"/>
          <p:cNvSpPr txBox="1"/>
          <p:nvPr>
            <p:ph idx="17" type="subTitle"/>
          </p:nvPr>
        </p:nvSpPr>
        <p:spPr>
          <a:xfrm>
            <a:off x="7840725" y="1480150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97" name="Google Shape;197;p19"/>
          <p:cNvSpPr txBox="1"/>
          <p:nvPr>
            <p:ph idx="18" type="subTitle"/>
          </p:nvPr>
        </p:nvSpPr>
        <p:spPr>
          <a:xfrm>
            <a:off x="5406550" y="2923778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98" name="Google Shape;198;p19"/>
          <p:cNvSpPr txBox="1"/>
          <p:nvPr>
            <p:ph idx="19" type="subTitle"/>
          </p:nvPr>
        </p:nvSpPr>
        <p:spPr>
          <a:xfrm>
            <a:off x="7840725" y="2923778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99" name="Google Shape;199;p19"/>
          <p:cNvSpPr txBox="1"/>
          <p:nvPr>
            <p:ph idx="20" type="subTitle"/>
          </p:nvPr>
        </p:nvSpPr>
        <p:spPr>
          <a:xfrm>
            <a:off x="5406550" y="4367403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0" name="Google Shape;200;p19"/>
          <p:cNvSpPr txBox="1"/>
          <p:nvPr>
            <p:ph idx="21" type="subTitle"/>
          </p:nvPr>
        </p:nvSpPr>
        <p:spPr>
          <a:xfrm>
            <a:off x="7840725" y="4367403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1" name="Google Shape;201;p19"/>
          <p:cNvSpPr txBox="1"/>
          <p:nvPr>
            <p:ph type="title"/>
          </p:nvPr>
        </p:nvSpPr>
        <p:spPr>
          <a:xfrm>
            <a:off x="276075" y="457200"/>
            <a:ext cx="3800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02" name="Google Shape;202;p19"/>
          <p:cNvSpPr txBox="1"/>
          <p:nvPr>
            <p:ph idx="2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_2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06" name="Google Shape;206;p20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207" name="Google Shape;207;p20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20"/>
          <p:cNvSpPr txBox="1"/>
          <p:nvPr>
            <p:ph idx="2" type="body"/>
          </p:nvPr>
        </p:nvSpPr>
        <p:spPr>
          <a:xfrm>
            <a:off x="276075" y="1763425"/>
            <a:ext cx="4342800" cy="7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with picture">
  <p:cSld name="BLANK_1_1_1_1_1_1_1_2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/>
          <p:nvPr>
            <p:ph type="title"/>
          </p:nvPr>
        </p:nvSpPr>
        <p:spPr>
          <a:xfrm>
            <a:off x="1182150" y="1765350"/>
            <a:ext cx="6779700" cy="17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1" name="Google Shape;211;p21"/>
          <p:cNvSpPr txBox="1"/>
          <p:nvPr>
            <p:ph idx="2" type="title"/>
          </p:nvPr>
        </p:nvSpPr>
        <p:spPr>
          <a:xfrm>
            <a:off x="1182150" y="4058050"/>
            <a:ext cx="67797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2" name="Google Shape;212;p21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213" name="Google Shape;213;p21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21"/>
          <p:cNvSpPr/>
          <p:nvPr>
            <p:ph idx="3" type="pic"/>
          </p:nvPr>
        </p:nvSpPr>
        <p:spPr>
          <a:xfrm>
            <a:off x="0" y="0"/>
            <a:ext cx="9144000" cy="1079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dk2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 txBox="1"/>
          <p:nvPr>
            <p:ph type="title"/>
          </p:nvPr>
        </p:nvSpPr>
        <p:spPr>
          <a:xfrm>
            <a:off x="270983" y="1985025"/>
            <a:ext cx="33429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17" name="Google Shape;217;p22"/>
          <p:cNvSpPr txBox="1"/>
          <p:nvPr>
            <p:ph idx="2" type="title"/>
          </p:nvPr>
        </p:nvSpPr>
        <p:spPr>
          <a:xfrm>
            <a:off x="270983" y="29228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18" name="Google Shape;218;p22"/>
          <p:cNvSpPr txBox="1"/>
          <p:nvPr>
            <p:ph idx="3" type="title"/>
          </p:nvPr>
        </p:nvSpPr>
        <p:spPr>
          <a:xfrm>
            <a:off x="270983" y="38606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19" name="Google Shape;219;p22"/>
          <p:cNvSpPr txBox="1"/>
          <p:nvPr>
            <p:ph idx="4" type="title"/>
          </p:nvPr>
        </p:nvSpPr>
        <p:spPr>
          <a:xfrm>
            <a:off x="4858317" y="19850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20" name="Google Shape;220;p22"/>
          <p:cNvSpPr txBox="1"/>
          <p:nvPr>
            <p:ph idx="5" type="title"/>
          </p:nvPr>
        </p:nvSpPr>
        <p:spPr>
          <a:xfrm>
            <a:off x="4858317" y="29228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21" name="Google Shape;221;p22"/>
          <p:cNvSpPr txBox="1"/>
          <p:nvPr>
            <p:ph idx="6" type="title"/>
          </p:nvPr>
        </p:nvSpPr>
        <p:spPr>
          <a:xfrm>
            <a:off x="4858317" y="38606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22" name="Google Shape;222;p22"/>
          <p:cNvSpPr txBox="1"/>
          <p:nvPr>
            <p:ph idx="7"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23" name="Google Shape;223;p22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224" name="Google Shape;224;p22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2"/>
          <p:cNvSpPr txBox="1"/>
          <p:nvPr>
            <p:ph idx="8" type="subTitle"/>
          </p:nvPr>
        </p:nvSpPr>
        <p:spPr>
          <a:xfrm>
            <a:off x="271825" y="17974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226" name="Google Shape;226;p22"/>
          <p:cNvSpPr txBox="1"/>
          <p:nvPr>
            <p:ph idx="9" type="subTitle"/>
          </p:nvPr>
        </p:nvSpPr>
        <p:spPr>
          <a:xfrm>
            <a:off x="4858700" y="17974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227" name="Google Shape;227;p22"/>
          <p:cNvSpPr txBox="1"/>
          <p:nvPr>
            <p:ph idx="13" type="subTitle"/>
          </p:nvPr>
        </p:nvSpPr>
        <p:spPr>
          <a:xfrm>
            <a:off x="271825" y="27352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228" name="Google Shape;228;p22"/>
          <p:cNvSpPr txBox="1"/>
          <p:nvPr>
            <p:ph idx="14" type="subTitle"/>
          </p:nvPr>
        </p:nvSpPr>
        <p:spPr>
          <a:xfrm>
            <a:off x="271825" y="36730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229" name="Google Shape;229;p22"/>
          <p:cNvSpPr txBox="1"/>
          <p:nvPr>
            <p:ph idx="15" type="subTitle"/>
          </p:nvPr>
        </p:nvSpPr>
        <p:spPr>
          <a:xfrm>
            <a:off x="4858700" y="27352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230" name="Google Shape;230;p22"/>
          <p:cNvSpPr txBox="1"/>
          <p:nvPr>
            <p:ph idx="16" type="subTitle"/>
          </p:nvPr>
        </p:nvSpPr>
        <p:spPr>
          <a:xfrm>
            <a:off x="4858700" y="36730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image with right text">
  <p:cSld name="BLANK_1_1_1_1_1_1_1_1_1_1_1_1_1_1_1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3"/>
          <p:cNvSpPr/>
          <p:nvPr>
            <p:ph idx="2" type="pic"/>
          </p:nvPr>
        </p:nvSpPr>
        <p:spPr>
          <a:xfrm>
            <a:off x="0" y="0"/>
            <a:ext cx="4348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234" name="Google Shape;234;p23"/>
          <p:cNvSpPr txBox="1"/>
          <p:nvPr>
            <p:ph type="title"/>
          </p:nvPr>
        </p:nvSpPr>
        <p:spPr>
          <a:xfrm>
            <a:off x="4618950" y="457200"/>
            <a:ext cx="42516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35" name="Google Shape;235;p23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23"/>
          <p:cNvSpPr txBox="1"/>
          <p:nvPr>
            <p:ph idx="3" type="subTitle"/>
          </p:nvPr>
        </p:nvSpPr>
        <p:spPr>
          <a:xfrm>
            <a:off x="4618950" y="2823908"/>
            <a:ext cx="4251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37" name="Google Shape;237;p23"/>
          <p:cNvSpPr txBox="1"/>
          <p:nvPr>
            <p:ph idx="4" type="body"/>
          </p:nvPr>
        </p:nvSpPr>
        <p:spPr>
          <a:xfrm>
            <a:off x="4618950" y="3457500"/>
            <a:ext cx="4251600" cy="9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ight image">
  <p:cSld name="BLANK_1_1_1_1_1_1_1_1_1_1_1_1_1_1_1_1_2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6877724" y="0"/>
            <a:ext cx="2266200" cy="34050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41" name="Google Shape;241;p24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242" name="Google Shape;242;p24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5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46" name="Google Shape;246;p25"/>
          <p:cNvSpPr txBox="1"/>
          <p:nvPr>
            <p:ph idx="1" type="subTitle"/>
          </p:nvPr>
        </p:nvSpPr>
        <p:spPr>
          <a:xfrm>
            <a:off x="1114250" y="18790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47" name="Google Shape;247;p25"/>
          <p:cNvSpPr txBox="1"/>
          <p:nvPr>
            <p:ph idx="2" type="subTitle"/>
          </p:nvPr>
        </p:nvSpPr>
        <p:spPr>
          <a:xfrm>
            <a:off x="2135350" y="18790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48" name="Google Shape;248;p25"/>
          <p:cNvSpPr txBox="1"/>
          <p:nvPr>
            <p:ph idx="3" type="subTitle"/>
          </p:nvPr>
        </p:nvSpPr>
        <p:spPr>
          <a:xfrm>
            <a:off x="5787475" y="19129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49" name="Google Shape;249;p25"/>
          <p:cNvSpPr txBox="1"/>
          <p:nvPr>
            <p:ph idx="4" type="subTitle"/>
          </p:nvPr>
        </p:nvSpPr>
        <p:spPr>
          <a:xfrm>
            <a:off x="1114250" y="28168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50" name="Google Shape;250;p25"/>
          <p:cNvSpPr txBox="1"/>
          <p:nvPr>
            <p:ph idx="5" type="subTitle"/>
          </p:nvPr>
        </p:nvSpPr>
        <p:spPr>
          <a:xfrm>
            <a:off x="2135350" y="28168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6" type="subTitle"/>
          </p:nvPr>
        </p:nvSpPr>
        <p:spPr>
          <a:xfrm>
            <a:off x="5787475" y="28507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idx="7" type="subTitle"/>
          </p:nvPr>
        </p:nvSpPr>
        <p:spPr>
          <a:xfrm>
            <a:off x="1114250" y="37546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53" name="Google Shape;253;p25"/>
          <p:cNvSpPr txBox="1"/>
          <p:nvPr>
            <p:ph idx="8" type="subTitle"/>
          </p:nvPr>
        </p:nvSpPr>
        <p:spPr>
          <a:xfrm>
            <a:off x="2135350" y="37546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54" name="Google Shape;254;p25"/>
          <p:cNvSpPr txBox="1"/>
          <p:nvPr>
            <p:ph idx="9" type="subTitle"/>
          </p:nvPr>
        </p:nvSpPr>
        <p:spPr>
          <a:xfrm>
            <a:off x="5787475" y="37885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1">
  <p:cSld name="CUSTOM_1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6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7" name="Google Shape;257;p26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1" type="subTitle"/>
          </p:nvPr>
        </p:nvSpPr>
        <p:spPr>
          <a:xfrm>
            <a:off x="276075" y="1194000"/>
            <a:ext cx="1990200" cy="5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2" type="subTitle"/>
          </p:nvPr>
        </p:nvSpPr>
        <p:spPr>
          <a:xfrm>
            <a:off x="3074775" y="1194000"/>
            <a:ext cx="4164900" cy="22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3" type="body"/>
          </p:nvPr>
        </p:nvSpPr>
        <p:spPr>
          <a:xfrm>
            <a:off x="30747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61" name="Google Shape;261;p26"/>
          <p:cNvSpPr txBox="1"/>
          <p:nvPr>
            <p:ph idx="4" type="subTitle"/>
          </p:nvPr>
        </p:nvSpPr>
        <p:spPr>
          <a:xfrm>
            <a:off x="30747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2" name="Google Shape;262;p26"/>
          <p:cNvSpPr txBox="1"/>
          <p:nvPr>
            <p:ph idx="5" type="body"/>
          </p:nvPr>
        </p:nvSpPr>
        <p:spPr>
          <a:xfrm>
            <a:off x="48828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63" name="Google Shape;263;p26"/>
          <p:cNvSpPr txBox="1"/>
          <p:nvPr>
            <p:ph idx="6" type="subTitle"/>
          </p:nvPr>
        </p:nvSpPr>
        <p:spPr>
          <a:xfrm>
            <a:off x="48828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4" name="Google Shape;264;p26"/>
          <p:cNvSpPr txBox="1"/>
          <p:nvPr>
            <p:ph idx="7" type="body"/>
          </p:nvPr>
        </p:nvSpPr>
        <p:spPr>
          <a:xfrm>
            <a:off x="66909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65" name="Google Shape;265;p26"/>
          <p:cNvSpPr txBox="1"/>
          <p:nvPr>
            <p:ph idx="8" type="subTitle"/>
          </p:nvPr>
        </p:nvSpPr>
        <p:spPr>
          <a:xfrm>
            <a:off x="66909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6" name="Google Shape;266;p26"/>
          <p:cNvSpPr txBox="1"/>
          <p:nvPr>
            <p:ph idx="9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67" name="Google Shape;267;p26"/>
          <p:cNvSpPr/>
          <p:nvPr>
            <p:ph idx="13" type="pic"/>
          </p:nvPr>
        </p:nvSpPr>
        <p:spPr>
          <a:xfrm>
            <a:off x="-74" y="3991500"/>
            <a:ext cx="2266200" cy="1152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2">
  <p:cSld name="CUSTOM_1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7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0" name="Google Shape;270;p27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1" type="subTitle"/>
          </p:nvPr>
        </p:nvSpPr>
        <p:spPr>
          <a:xfrm>
            <a:off x="276075" y="1194000"/>
            <a:ext cx="4992600" cy="5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272" name="Google Shape;272;p27"/>
          <p:cNvSpPr txBox="1"/>
          <p:nvPr>
            <p:ph idx="2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3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274" name="Google Shape;274;p27"/>
          <p:cNvSpPr txBox="1"/>
          <p:nvPr>
            <p:ph idx="4" type="body"/>
          </p:nvPr>
        </p:nvSpPr>
        <p:spPr>
          <a:xfrm>
            <a:off x="2760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75" name="Google Shape;275;p27"/>
          <p:cNvSpPr txBox="1"/>
          <p:nvPr>
            <p:ph idx="5" type="subTitle"/>
          </p:nvPr>
        </p:nvSpPr>
        <p:spPr>
          <a:xfrm>
            <a:off x="2760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6" name="Google Shape;276;p27"/>
          <p:cNvSpPr txBox="1"/>
          <p:nvPr>
            <p:ph idx="6" type="body"/>
          </p:nvPr>
        </p:nvSpPr>
        <p:spPr>
          <a:xfrm>
            <a:off x="30747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77" name="Google Shape;277;p27"/>
          <p:cNvSpPr txBox="1"/>
          <p:nvPr>
            <p:ph idx="7" type="subTitle"/>
          </p:nvPr>
        </p:nvSpPr>
        <p:spPr>
          <a:xfrm>
            <a:off x="30747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8" name="Google Shape;278;p27"/>
          <p:cNvSpPr txBox="1"/>
          <p:nvPr>
            <p:ph idx="8" type="body"/>
          </p:nvPr>
        </p:nvSpPr>
        <p:spPr>
          <a:xfrm>
            <a:off x="58734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79" name="Google Shape;279;p27"/>
          <p:cNvSpPr txBox="1"/>
          <p:nvPr>
            <p:ph idx="9" type="subTitle"/>
          </p:nvPr>
        </p:nvSpPr>
        <p:spPr>
          <a:xfrm>
            <a:off x="58734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80" name="Google Shape;280;p27"/>
          <p:cNvSpPr/>
          <p:nvPr>
            <p:ph idx="13" type="pic"/>
          </p:nvPr>
        </p:nvSpPr>
        <p:spPr>
          <a:xfrm>
            <a:off x="276075" y="2076900"/>
            <a:ext cx="2463300" cy="15702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27"/>
          <p:cNvSpPr/>
          <p:nvPr>
            <p:ph idx="14" type="pic"/>
          </p:nvPr>
        </p:nvSpPr>
        <p:spPr>
          <a:xfrm>
            <a:off x="3074775" y="2076900"/>
            <a:ext cx="2463300" cy="157020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p27"/>
          <p:cNvSpPr/>
          <p:nvPr>
            <p:ph idx="15" type="pic"/>
          </p:nvPr>
        </p:nvSpPr>
        <p:spPr>
          <a:xfrm>
            <a:off x="5873475" y="2073688"/>
            <a:ext cx="2463300" cy="1570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3">
  <p:cSld name="CUSTOM_1_1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8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5" name="Google Shape;285;p28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86" name="Google Shape;286;p28"/>
          <p:cNvSpPr txBox="1"/>
          <p:nvPr>
            <p:ph idx="1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87" name="Google Shape;287;p28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90" name="Google Shape;290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5" name="Google Shape;29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8" name="Google Shape;298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9" name="Google Shape;299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04" name="Google Shape;304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09" name="Google Shape;309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0" name="Google Shape;310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15" name="Google Shape;315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4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2" name="Google Shape;322;p4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3" name="Google Shape;323;p4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4" name="Google Shape;324;p4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7" name="Google Shape;327;p41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8" name="Google Shape;328;p41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31" name="Google Shape;331;p42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2" name="Google Shape;332;p42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3" name="Google Shape;333;p42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4" name="Google Shape;334;p42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3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7" name="Google Shape;337;p43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39" name="Google Shape;339;p43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0" name="Google Shape;340;p43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1" name="Google Shape;341;p43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2" name="Google Shape;342;p43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4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5" name="Google Shape;345;p44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6" name="Google Shape;346;p44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7" name="Google Shape;347;p44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8" name="Google Shape;348;p44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49" name="Google Shape;349;p44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0" name="Google Shape;350;p44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1" name="Google Shape;351;p44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2" name="Google Shape;352;p44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5" name="Google Shape;355;p45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6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8" name="Google Shape;358;p46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59" name="Google Shape;359;p46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0" name="Google Shape;360;p46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1" name="Google Shape;36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2" name="Google Shape;362;p46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3" name="Google Shape;363;p46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7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6" name="Google Shape;366;p47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67" name="Google Shape;367;p47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47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9" name="Google Shape;369;p47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47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1" name="Google Shape;37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2" name="Google Shape;372;p47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3" name="Google Shape;373;p47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4" name="Google Shape;374;p47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8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9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79" name="Google Shape;379;p49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0" name="Google Shape;380;p49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49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49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3" name="Google Shape;383;p49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49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5" name="Google Shape;385;p49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49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49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theme" Target="../theme/theme1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idx="1" type="body"/>
          </p:nvPr>
        </p:nvSpPr>
        <p:spPr>
          <a:xfrm>
            <a:off x="283950" y="3166425"/>
            <a:ext cx="6424800" cy="15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6" name="Google Shape;126;p13"/>
          <p:cNvSpPr txBox="1"/>
          <p:nvPr>
            <p:ph type="title"/>
          </p:nvPr>
        </p:nvSpPr>
        <p:spPr>
          <a:xfrm>
            <a:off x="278750" y="513900"/>
            <a:ext cx="5802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  <p15:guide id="21" pos="174">
          <p15:clr>
            <a:srgbClr val="E46962"/>
          </p15:clr>
        </p15:guide>
        <p15:guide id="22" pos="558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15.jpg"/><Relationship Id="rId5" Type="http://schemas.openxmlformats.org/officeDocument/2006/relationships/image" Target="../media/image14.jpg"/><Relationship Id="rId6" Type="http://schemas.openxmlformats.org/officeDocument/2006/relationships/image" Target="../media/image16.png"/><Relationship Id="rId7" Type="http://schemas.openxmlformats.org/officeDocument/2006/relationships/image" Target="../media/image2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eDhsqQ_QAMxE7irn7ebUVQM8vu3NnaAF/view" TargetMode="External"/><Relationship Id="rId4" Type="http://schemas.openxmlformats.org/officeDocument/2006/relationships/image" Target="../media/image1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2" name="Google Shape;392;p50"/>
          <p:cNvCxnSpPr/>
          <p:nvPr/>
        </p:nvCxnSpPr>
        <p:spPr>
          <a:xfrm rot="10800000">
            <a:off x="750" y="361488"/>
            <a:ext cx="9102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" name="Google Shape;393;p50"/>
          <p:cNvSpPr txBox="1"/>
          <p:nvPr>
            <p:ph idx="4294967295" type="title"/>
          </p:nvPr>
        </p:nvSpPr>
        <p:spPr>
          <a:xfrm>
            <a:off x="110700" y="2033950"/>
            <a:ext cx="6598200" cy="7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Green Stealers</a:t>
            </a:r>
            <a:endParaRPr/>
          </a:p>
        </p:txBody>
      </p:sp>
      <p:cxnSp>
        <p:nvCxnSpPr>
          <p:cNvPr id="394" name="Google Shape;394;p50"/>
          <p:cNvCxnSpPr/>
          <p:nvPr/>
        </p:nvCxnSpPr>
        <p:spPr>
          <a:xfrm rot="10800000">
            <a:off x="775" y="4683850"/>
            <a:ext cx="6898800" cy="6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5" name="Google Shape;395;p50"/>
          <p:cNvSpPr txBox="1"/>
          <p:nvPr>
            <p:ph idx="4294967295" type="subTitle"/>
          </p:nvPr>
        </p:nvSpPr>
        <p:spPr>
          <a:xfrm>
            <a:off x="228600" y="2819050"/>
            <a:ext cx="6480300" cy="424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Playfair Display"/>
                <a:ea typeface="Playfair Display"/>
                <a:cs typeface="Playfair Display"/>
                <a:sym typeface="Playfair Display"/>
              </a:rPr>
              <a:t>Turning Data Overload into Data Clarity</a:t>
            </a:r>
            <a:endParaRPr sz="23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396" name="Google Shape;396;p50"/>
          <p:cNvPicPr preferRelativeResize="0"/>
          <p:nvPr/>
        </p:nvPicPr>
        <p:blipFill rotWithShape="1">
          <a:blip r:embed="rId3">
            <a:alphaModFix/>
          </a:blip>
          <a:srcRect b="0" l="16747" r="5286" t="0"/>
          <a:stretch/>
        </p:blipFill>
        <p:spPr>
          <a:xfrm>
            <a:off x="6899575" y="361500"/>
            <a:ext cx="2244425" cy="432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1"/>
          <p:cNvSpPr txBox="1"/>
          <p:nvPr>
            <p:ph idx="1" type="subTitle"/>
          </p:nvPr>
        </p:nvSpPr>
        <p:spPr>
          <a:xfrm>
            <a:off x="308850" y="1767000"/>
            <a:ext cx="4041900" cy="160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Energy decision makers are </a:t>
            </a:r>
            <a:r>
              <a:rPr i="1" lang="en" sz="2900"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overwhelmed</a:t>
            </a:r>
            <a:r>
              <a:rPr lang="en" sz="2900"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 with  data</a:t>
            </a:r>
            <a:endParaRPr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pic>
        <p:nvPicPr>
          <p:cNvPr id="402" name="Google Shape;40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2150" y="675251"/>
            <a:ext cx="749175" cy="74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9874" y="457202"/>
            <a:ext cx="834250" cy="83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9550" y="511602"/>
            <a:ext cx="749175" cy="74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47900" y="566428"/>
            <a:ext cx="834250" cy="834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51"/>
          <p:cNvSpPr txBox="1"/>
          <p:nvPr/>
        </p:nvSpPr>
        <p:spPr>
          <a:xfrm>
            <a:off x="5605325" y="4116050"/>
            <a:ext cx="20307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Little Insights</a:t>
            </a:r>
            <a:endParaRPr sz="22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07" name="Google Shape;407;p51"/>
          <p:cNvSpPr/>
          <p:nvPr/>
        </p:nvSpPr>
        <p:spPr>
          <a:xfrm>
            <a:off x="6158700" y="1424425"/>
            <a:ext cx="1106025" cy="2691742"/>
          </a:xfrm>
          <a:custGeom>
            <a:rect b="b" l="l" r="r" t="t"/>
            <a:pathLst>
              <a:path extrusionOk="0" h="93577" w="44241">
                <a:moveTo>
                  <a:pt x="19184" y="0"/>
                </a:moveTo>
                <a:cubicBezTo>
                  <a:pt x="16097" y="5067"/>
                  <a:pt x="-3458" y="19476"/>
                  <a:pt x="659" y="30401"/>
                </a:cubicBezTo>
                <a:cubicBezTo>
                  <a:pt x="4776" y="41326"/>
                  <a:pt x="41035" y="55023"/>
                  <a:pt x="43885" y="65552"/>
                </a:cubicBezTo>
                <a:cubicBezTo>
                  <a:pt x="46735" y="76081"/>
                  <a:pt x="22113" y="88906"/>
                  <a:pt x="17759" y="93577"/>
                </a:cubicBezTo>
              </a:path>
            </a:pathLst>
          </a:custGeom>
          <a:noFill/>
          <a:ln cap="flat" cmpd="sng" w="38100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2"/>
          <p:cNvSpPr txBox="1"/>
          <p:nvPr>
            <p:ph idx="1" type="subTitle"/>
          </p:nvPr>
        </p:nvSpPr>
        <p:spPr>
          <a:xfrm>
            <a:off x="268650" y="1767000"/>
            <a:ext cx="4310100" cy="160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Sphinx AI can turn this chaos into fast, data-informed decisions</a:t>
            </a:r>
            <a:endParaRPr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pic>
        <p:nvPicPr>
          <p:cNvPr id="413" name="Google Shape;41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2150" y="675251"/>
            <a:ext cx="749175" cy="74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9874" y="457202"/>
            <a:ext cx="834250" cy="83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9550" y="511602"/>
            <a:ext cx="749175" cy="74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47900" y="566428"/>
            <a:ext cx="834250" cy="83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5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78688" y="823383"/>
            <a:ext cx="3860375" cy="3860348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52"/>
          <p:cNvSpPr txBox="1"/>
          <p:nvPr/>
        </p:nvSpPr>
        <p:spPr>
          <a:xfrm>
            <a:off x="4304075" y="4001400"/>
            <a:ext cx="48096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accent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Maximum Insights</a:t>
            </a:r>
            <a:endParaRPr b="1" sz="2900">
              <a:solidFill>
                <a:schemeClr val="accent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19" name="Google Shape;419;p52"/>
          <p:cNvSpPr/>
          <p:nvPr/>
        </p:nvSpPr>
        <p:spPr>
          <a:xfrm>
            <a:off x="5711383" y="2032917"/>
            <a:ext cx="1995000" cy="401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Nunito Sans"/>
                <a:ea typeface="Nunito Sans"/>
                <a:cs typeface="Nunito Sans"/>
                <a:sym typeface="Nunito Sans"/>
              </a:rPr>
              <a:t>Sphinx AI</a:t>
            </a:r>
            <a:endParaRPr b="1" sz="2800"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3"/>
          <p:cNvSpPr txBox="1"/>
          <p:nvPr>
            <p:ph idx="13" type="subTitle"/>
          </p:nvPr>
        </p:nvSpPr>
        <p:spPr>
          <a:xfrm>
            <a:off x="4697175" y="3126106"/>
            <a:ext cx="2010000" cy="617700"/>
          </a:xfrm>
          <a:prstGeom prst="rect">
            <a:avLst/>
          </a:prstGeom>
        </p:spPr>
        <p:txBody>
          <a:bodyPr anchorCtr="0" anchor="t" bIns="124100" lIns="124100" spcFirstLastPara="1" rIns="124100" wrap="square" tIns="1241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Vashishth Doshi</a:t>
            </a:r>
            <a:endParaRPr sz="1900"/>
          </a:p>
        </p:txBody>
      </p:sp>
      <p:sp>
        <p:nvSpPr>
          <p:cNvPr id="425" name="Google Shape;425;p53"/>
          <p:cNvSpPr txBox="1"/>
          <p:nvPr>
            <p:ph idx="14" type="subTitle"/>
          </p:nvPr>
        </p:nvSpPr>
        <p:spPr>
          <a:xfrm>
            <a:off x="7402576" y="1080225"/>
            <a:ext cx="1660800" cy="616500"/>
          </a:xfrm>
          <a:prstGeom prst="rect">
            <a:avLst/>
          </a:prstGeom>
        </p:spPr>
        <p:txBody>
          <a:bodyPr anchorCtr="0" anchor="t" bIns="130750" lIns="130750" spcFirstLastPara="1" rIns="130750" wrap="square" tIns="130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1"/>
              <a:t>Sana Shetty</a:t>
            </a:r>
            <a:endParaRPr sz="2001"/>
          </a:p>
        </p:txBody>
      </p:sp>
      <p:sp>
        <p:nvSpPr>
          <p:cNvPr id="426" name="Google Shape;426;p53"/>
          <p:cNvSpPr txBox="1"/>
          <p:nvPr>
            <p:ph idx="15" type="subTitle"/>
          </p:nvPr>
        </p:nvSpPr>
        <p:spPr>
          <a:xfrm>
            <a:off x="2243274" y="1084725"/>
            <a:ext cx="1660800" cy="617700"/>
          </a:xfrm>
          <a:prstGeom prst="rect">
            <a:avLst/>
          </a:prstGeom>
        </p:spPr>
        <p:txBody>
          <a:bodyPr anchorCtr="0" anchor="t" bIns="131025" lIns="131025" spcFirstLastPara="1" rIns="131025" wrap="square" tIns="1310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6"/>
              <a:t>Sam Henry</a:t>
            </a:r>
            <a:endParaRPr sz="2006"/>
          </a:p>
        </p:txBody>
      </p:sp>
      <p:sp>
        <p:nvSpPr>
          <p:cNvPr id="427" name="Google Shape;427;p53"/>
          <p:cNvSpPr txBox="1"/>
          <p:nvPr>
            <p:ph idx="17" type="subTitle"/>
          </p:nvPr>
        </p:nvSpPr>
        <p:spPr>
          <a:xfrm>
            <a:off x="2231102" y="1546450"/>
            <a:ext cx="1847100" cy="345900"/>
          </a:xfrm>
          <a:prstGeom prst="rect">
            <a:avLst/>
          </a:prstGeom>
        </p:spPr>
        <p:txBody>
          <a:bodyPr anchorCtr="0" anchor="b" bIns="131025" lIns="131025" spcFirstLastPara="1" rIns="131025" wrap="square" tIns="131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33"/>
              <a:t>Business Analyst</a:t>
            </a:r>
            <a:endParaRPr sz="1433"/>
          </a:p>
        </p:txBody>
      </p:sp>
      <p:sp>
        <p:nvSpPr>
          <p:cNvPr id="428" name="Google Shape;428;p53"/>
          <p:cNvSpPr txBox="1"/>
          <p:nvPr>
            <p:ph idx="19" type="subTitle"/>
          </p:nvPr>
        </p:nvSpPr>
        <p:spPr>
          <a:xfrm>
            <a:off x="7402578" y="1546441"/>
            <a:ext cx="1457400" cy="345900"/>
          </a:xfrm>
          <a:prstGeom prst="rect">
            <a:avLst/>
          </a:prstGeom>
        </p:spPr>
        <p:txBody>
          <a:bodyPr anchorCtr="0" anchor="b" bIns="130750" lIns="130750" spcFirstLastPara="1" rIns="130750" wrap="square" tIns="130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29"/>
              <a:t>Chief Engineer</a:t>
            </a:r>
            <a:endParaRPr sz="1429"/>
          </a:p>
        </p:txBody>
      </p:sp>
      <p:sp>
        <p:nvSpPr>
          <p:cNvPr id="429" name="Google Shape;429;p53"/>
          <p:cNvSpPr txBox="1"/>
          <p:nvPr>
            <p:ph idx="21" type="subTitle"/>
          </p:nvPr>
        </p:nvSpPr>
        <p:spPr>
          <a:xfrm>
            <a:off x="4697174" y="3613331"/>
            <a:ext cx="1460400" cy="346500"/>
          </a:xfrm>
          <a:prstGeom prst="rect">
            <a:avLst/>
          </a:prstGeom>
        </p:spPr>
        <p:txBody>
          <a:bodyPr anchorCtr="0" anchor="b" bIns="124100" lIns="124100" spcFirstLastPara="1" rIns="124100" wrap="square" tIns="124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7"/>
              <a:t>Data Scientist</a:t>
            </a:r>
            <a:endParaRPr sz="1357"/>
          </a:p>
        </p:txBody>
      </p:sp>
      <p:sp>
        <p:nvSpPr>
          <p:cNvPr id="430" name="Google Shape;430;p53"/>
          <p:cNvSpPr txBox="1"/>
          <p:nvPr>
            <p:ph type="title"/>
          </p:nvPr>
        </p:nvSpPr>
        <p:spPr>
          <a:xfrm>
            <a:off x="276075" y="457200"/>
            <a:ext cx="40524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Green Stealers</a:t>
            </a:r>
            <a:endParaRPr/>
          </a:p>
        </p:txBody>
      </p:sp>
      <p:sp>
        <p:nvSpPr>
          <p:cNvPr id="431" name="Google Shape;431;p53"/>
          <p:cNvSpPr txBox="1"/>
          <p:nvPr>
            <p:ph idx="12" type="sldNum"/>
          </p:nvPr>
        </p:nvSpPr>
        <p:spPr>
          <a:xfrm>
            <a:off x="8733300" y="4729325"/>
            <a:ext cx="364200" cy="183000"/>
          </a:xfrm>
          <a:prstGeom prst="rect">
            <a:avLst/>
          </a:prstGeom>
        </p:spPr>
        <p:txBody>
          <a:bodyPr anchorCtr="0" anchor="ctr" bIns="99075" lIns="99075" spcFirstLastPara="1" rIns="99075" wrap="square" tIns="99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67"/>
              <a:t>‹#›</a:t>
            </a:fld>
            <a:endParaRPr sz="867"/>
          </a:p>
        </p:txBody>
      </p:sp>
      <p:pic>
        <p:nvPicPr>
          <p:cNvPr id="432" name="Google Shape;432;p53" title="BNY Orientation.jpe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153" r="2153" t="0"/>
          <a:stretch/>
        </p:blipFill>
        <p:spPr>
          <a:xfrm>
            <a:off x="2911200" y="3108406"/>
            <a:ext cx="1660800" cy="1735500"/>
          </a:xfrm>
          <a:prstGeom prst="ellipse">
            <a:avLst/>
          </a:prstGeom>
          <a:noFill/>
        </p:spPr>
      </p:pic>
      <p:pic>
        <p:nvPicPr>
          <p:cNvPr id="433" name="Google Shape;433;p53" title="DSC00107 (1).JP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14320" r="14327" t="0"/>
          <a:stretch/>
        </p:blipFill>
        <p:spPr>
          <a:xfrm rot="5400621">
            <a:off x="5585131" y="1083505"/>
            <a:ext cx="1660800" cy="1745700"/>
          </a:xfrm>
          <a:prstGeom prst="ellipse">
            <a:avLst/>
          </a:prstGeom>
          <a:noFill/>
        </p:spPr>
      </p:pic>
      <p:pic>
        <p:nvPicPr>
          <p:cNvPr id="434" name="Google Shape;434;p53" title="sahenry.jpg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8201" l="0" r="0" t="8193"/>
          <a:stretch/>
        </p:blipFill>
        <p:spPr>
          <a:xfrm>
            <a:off x="461047" y="1079925"/>
            <a:ext cx="1660800" cy="1736100"/>
          </a:xfrm>
          <a:prstGeom prst="ellipse">
            <a:avLst/>
          </a:prstGeom>
          <a:noFill/>
        </p:spPr>
      </p:pic>
      <p:pic>
        <p:nvPicPr>
          <p:cNvPr id="435" name="Google Shape;435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51025" y="1837126"/>
            <a:ext cx="985250" cy="98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29175" y="3959843"/>
            <a:ext cx="1746000" cy="523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53"/>
          <p:cNvPicPr preferRelativeResize="0"/>
          <p:nvPr/>
        </p:nvPicPr>
        <p:blipFill rotWithShape="1">
          <a:blip r:embed="rId8">
            <a:alphaModFix/>
          </a:blip>
          <a:srcRect b="0" l="0" r="0" t="12441"/>
          <a:stretch/>
        </p:blipFill>
        <p:spPr>
          <a:xfrm>
            <a:off x="7455274" y="1789625"/>
            <a:ext cx="1460400" cy="127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layfair Display"/>
                <a:ea typeface="Playfair Display"/>
                <a:cs typeface="Playfair Display"/>
                <a:sym typeface="Playfair Display"/>
              </a:rPr>
              <a:t>The Capabilities that Drive Better Decisions</a:t>
            </a:r>
            <a:endParaRPr sz="26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43" name="Google Shape;443;p54"/>
          <p:cNvSpPr txBox="1"/>
          <p:nvPr>
            <p:ph idx="1" type="body"/>
          </p:nvPr>
        </p:nvSpPr>
        <p:spPr>
          <a:xfrm>
            <a:off x="1187675" y="1335207"/>
            <a:ext cx="772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layfair Display"/>
                <a:ea typeface="Playfair Display"/>
                <a:cs typeface="Playfair Display"/>
                <a:sym typeface="Playfair Display"/>
              </a:rPr>
              <a:t>Identify underperforming power plants</a:t>
            </a:r>
            <a:endParaRPr sz="16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layfair Display"/>
                <a:ea typeface="Playfair Display"/>
                <a:cs typeface="Playfair Display"/>
                <a:sym typeface="Playfair Display"/>
              </a:rPr>
              <a:t>Understand how external market conditions impact operations and margins - </a:t>
            </a:r>
            <a:r>
              <a:rPr lang="en" sz="1600">
                <a:latin typeface="Playfair Display"/>
                <a:ea typeface="Playfair Display"/>
                <a:cs typeface="Playfair Display"/>
                <a:sym typeface="Playfair Display"/>
              </a:rPr>
              <a:t>understand</a:t>
            </a:r>
            <a:r>
              <a:rPr lang="en" sz="1600">
                <a:latin typeface="Playfair Display"/>
                <a:ea typeface="Playfair Display"/>
                <a:cs typeface="Playfair Display"/>
                <a:sym typeface="Playfair Display"/>
              </a:rPr>
              <a:t> the macro.</a:t>
            </a:r>
            <a:endParaRPr sz="16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layfair Display"/>
                <a:ea typeface="Playfair Display"/>
                <a:cs typeface="Playfair Display"/>
                <a:sym typeface="Playfair Display"/>
              </a:rPr>
              <a:t>Evaluate the effects of carbon emissions and analyse risk</a:t>
            </a:r>
            <a:endParaRPr sz="16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layfair Display"/>
                <a:ea typeface="Playfair Display"/>
                <a:cs typeface="Playfair Display"/>
                <a:sym typeface="Playfair Display"/>
              </a:rPr>
              <a:t>Pinpoint exactly where errors occur in the process flowsheet - understand the micro.</a:t>
            </a:r>
            <a:endParaRPr sz="16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444" name="Google Shape;44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879" y="1264393"/>
            <a:ext cx="5727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064" y="2123797"/>
            <a:ext cx="5727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6200" y="2928366"/>
            <a:ext cx="623400" cy="623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1550" y="3802957"/>
            <a:ext cx="57270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p55" title="Untitled video - Made with Clipchamp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4275"/>
            <a:ext cx="914402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55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4" name="Google Shape;454;p55"/>
          <p:cNvSpPr txBox="1"/>
          <p:nvPr/>
        </p:nvSpPr>
        <p:spPr>
          <a:xfrm>
            <a:off x="6802800" y="102225"/>
            <a:ext cx="16638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Fraunces"/>
                <a:ea typeface="Fraunces"/>
                <a:cs typeface="Fraunces"/>
                <a:sym typeface="Fraunces"/>
              </a:rPr>
              <a:t>4 Step AI-CoPilot </a:t>
            </a:r>
            <a:endParaRPr b="1" sz="1200">
              <a:solidFill>
                <a:schemeClr val="accen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6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0" name="Google Shape;460;p56"/>
          <p:cNvSpPr txBox="1"/>
          <p:nvPr>
            <p:ph type="title"/>
          </p:nvPr>
        </p:nvSpPr>
        <p:spPr>
          <a:xfrm>
            <a:off x="486525" y="347569"/>
            <a:ext cx="83838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Sphinx AI-Powered Workflow</a:t>
            </a:r>
            <a:endParaRPr sz="2600"/>
          </a:p>
        </p:txBody>
      </p:sp>
      <p:cxnSp>
        <p:nvCxnSpPr>
          <p:cNvPr id="461" name="Google Shape;461;p56"/>
          <p:cNvCxnSpPr/>
          <p:nvPr/>
        </p:nvCxnSpPr>
        <p:spPr>
          <a:xfrm rot="10800000">
            <a:off x="2614" y="1037550"/>
            <a:ext cx="9169800" cy="222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56"/>
          <p:cNvCxnSpPr/>
          <p:nvPr/>
        </p:nvCxnSpPr>
        <p:spPr>
          <a:xfrm rot="10800000">
            <a:off x="14" y="4375961"/>
            <a:ext cx="9160800" cy="24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3" name="Google Shape;46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60450"/>
            <a:ext cx="9144003" cy="3607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layfair Display"/>
                <a:ea typeface="Playfair Display"/>
                <a:cs typeface="Playfair Display"/>
                <a:sym typeface="Playfair Display"/>
              </a:rPr>
              <a:t>Next Steps - Generalizing our capabilities for the world.</a:t>
            </a:r>
            <a:endParaRPr sz="26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469" name="Google Shape;469;p57"/>
          <p:cNvGrpSpPr/>
          <p:nvPr/>
        </p:nvGrpSpPr>
        <p:grpSpPr>
          <a:xfrm>
            <a:off x="6426545" y="2142507"/>
            <a:ext cx="2129690" cy="2129690"/>
            <a:chOff x="4825424" y="1920072"/>
            <a:chExt cx="1854000" cy="1854000"/>
          </a:xfrm>
        </p:grpSpPr>
        <p:sp>
          <p:nvSpPr>
            <p:cNvPr id="470" name="Google Shape;470;p57"/>
            <p:cNvSpPr/>
            <p:nvPr/>
          </p:nvSpPr>
          <p:spPr>
            <a:xfrm>
              <a:off x="4825424" y="1920072"/>
              <a:ext cx="1854000" cy="1854000"/>
            </a:xfrm>
            <a:prstGeom prst="ellipse">
              <a:avLst/>
            </a:prstGeom>
            <a:solidFill>
              <a:srgbClr val="0B7743"/>
            </a:solidFill>
            <a:ln cap="flat" cmpd="sng" w="32825">
              <a:solidFill>
                <a:srgbClr val="65F0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5025" lIns="105025" spcFirstLastPara="1" rIns="105025" wrap="square" tIns="105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57"/>
            <p:cNvSpPr txBox="1"/>
            <p:nvPr/>
          </p:nvSpPr>
          <p:spPr>
            <a:xfrm>
              <a:off x="4963969" y="2434421"/>
              <a:ext cx="1656000" cy="82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5025" lIns="105025" spcFirstLastPara="1" rIns="105025" wrap="square" tIns="1050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63">
                  <a:solidFill>
                    <a:srgbClr val="FFFFFF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Expand to other  industries like steel, cement, and chemicals</a:t>
              </a:r>
              <a:endParaRPr sz="1463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</p:grpSp>
      <p:grpSp>
        <p:nvGrpSpPr>
          <p:cNvPr id="472" name="Google Shape;472;p57"/>
          <p:cNvGrpSpPr/>
          <p:nvPr/>
        </p:nvGrpSpPr>
        <p:grpSpPr>
          <a:xfrm>
            <a:off x="603899" y="2142507"/>
            <a:ext cx="2129690" cy="2129690"/>
            <a:chOff x="2986712" y="2158374"/>
            <a:chExt cx="1854000" cy="1854000"/>
          </a:xfrm>
        </p:grpSpPr>
        <p:sp>
          <p:nvSpPr>
            <p:cNvPr id="473" name="Google Shape;473;p57"/>
            <p:cNvSpPr/>
            <p:nvPr/>
          </p:nvSpPr>
          <p:spPr>
            <a:xfrm>
              <a:off x="2986712" y="2158374"/>
              <a:ext cx="1854000" cy="1854000"/>
            </a:xfrm>
            <a:prstGeom prst="ellipse">
              <a:avLst/>
            </a:prstGeom>
            <a:solidFill>
              <a:srgbClr val="0E9453"/>
            </a:solidFill>
            <a:ln cap="flat" cmpd="sng" w="32825">
              <a:solidFill>
                <a:srgbClr val="65F0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5025" lIns="105025" spcFirstLastPara="1" rIns="105025" wrap="square" tIns="105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57"/>
            <p:cNvSpPr txBox="1"/>
            <p:nvPr/>
          </p:nvSpPr>
          <p:spPr>
            <a:xfrm>
              <a:off x="3134199" y="2759018"/>
              <a:ext cx="1437900" cy="69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5025" lIns="105025" spcFirstLastPara="1" rIns="105025" wrap="square" tIns="1050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63">
                  <a:solidFill>
                    <a:srgbClr val="FFFFFF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Integrate</a:t>
              </a:r>
              <a:r>
                <a:rPr lang="en" sz="1263">
                  <a:solidFill>
                    <a:srgbClr val="FFFFFF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 predictive modeling to forecast performance and market impacts</a:t>
              </a:r>
              <a:endParaRPr sz="1263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</p:grpSp>
      <p:grpSp>
        <p:nvGrpSpPr>
          <p:cNvPr id="475" name="Google Shape;475;p57"/>
          <p:cNvGrpSpPr/>
          <p:nvPr/>
        </p:nvGrpSpPr>
        <p:grpSpPr>
          <a:xfrm>
            <a:off x="3488259" y="2141758"/>
            <a:ext cx="2129700" cy="2131200"/>
            <a:chOff x="3435941" y="1131152"/>
            <a:chExt cx="2129700" cy="2131200"/>
          </a:xfrm>
        </p:grpSpPr>
        <p:sp>
          <p:nvSpPr>
            <p:cNvPr id="476" name="Google Shape;476;p57"/>
            <p:cNvSpPr/>
            <p:nvPr/>
          </p:nvSpPr>
          <p:spPr>
            <a:xfrm>
              <a:off x="3435941" y="1131152"/>
              <a:ext cx="2129700" cy="2131200"/>
            </a:xfrm>
            <a:prstGeom prst="ellipse">
              <a:avLst/>
            </a:prstGeom>
            <a:solidFill>
              <a:srgbClr val="085630"/>
            </a:solidFill>
            <a:ln cap="flat" cmpd="sng" w="28575">
              <a:solidFill>
                <a:srgbClr val="65F0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57"/>
            <p:cNvSpPr txBox="1"/>
            <p:nvPr/>
          </p:nvSpPr>
          <p:spPr>
            <a:xfrm>
              <a:off x="3707850" y="1507875"/>
              <a:ext cx="1521300" cy="13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FFFF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Implement real-time monitoring of processes</a:t>
              </a:r>
              <a:endParaRPr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</p:grpSp>
      <p:sp>
        <p:nvSpPr>
          <p:cNvPr id="478" name="Google Shape;478;p57"/>
          <p:cNvSpPr/>
          <p:nvPr/>
        </p:nvSpPr>
        <p:spPr>
          <a:xfrm>
            <a:off x="6017454" y="1726681"/>
            <a:ext cx="2929800" cy="2967900"/>
          </a:xfrm>
          <a:prstGeom prst="arc">
            <a:avLst>
              <a:gd fmla="val 10955060" name="adj1"/>
              <a:gd fmla="val 21473115" name="adj2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9" name="Google Shape;479;p57"/>
          <p:cNvSpPr/>
          <p:nvPr/>
        </p:nvSpPr>
        <p:spPr>
          <a:xfrm rot="10800000">
            <a:off x="3097046" y="1561223"/>
            <a:ext cx="2929500" cy="2967600"/>
          </a:xfrm>
          <a:prstGeom prst="arc">
            <a:avLst>
              <a:gd fmla="val 10955060" name="adj1"/>
              <a:gd fmla="val 21473115" name="adj2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0" name="Google Shape;480;p57"/>
          <p:cNvSpPr/>
          <p:nvPr/>
        </p:nvSpPr>
        <p:spPr>
          <a:xfrm>
            <a:off x="173582" y="1726681"/>
            <a:ext cx="2929800" cy="2967900"/>
          </a:xfrm>
          <a:prstGeom prst="arc">
            <a:avLst>
              <a:gd fmla="val 10955060" name="adj1"/>
              <a:gd fmla="val 21473115" name="adj2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layfair Display"/>
                <a:ea typeface="Playfair Display"/>
                <a:cs typeface="Playfair Display"/>
                <a:sym typeface="Playfair Display"/>
              </a:rPr>
              <a:t>With Sphinx AI, raw datasets can be analyzed quickly to generate </a:t>
            </a:r>
            <a:r>
              <a:rPr lang="en" sz="2600">
                <a:latin typeface="Playfair Display"/>
                <a:ea typeface="Playfair Display"/>
                <a:cs typeface="Playfair Display"/>
                <a:sym typeface="Playfair Display"/>
              </a:rPr>
              <a:t>valuable</a:t>
            </a:r>
            <a:r>
              <a:rPr lang="en" sz="2600">
                <a:latin typeface="Playfair Display"/>
                <a:ea typeface="Playfair Display"/>
                <a:cs typeface="Playfair Display"/>
                <a:sym typeface="Playfair Display"/>
              </a:rPr>
              <a:t> insights</a:t>
            </a:r>
            <a:endParaRPr sz="26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86" name="Google Shape;486;p58"/>
          <p:cNvSpPr/>
          <p:nvPr/>
        </p:nvSpPr>
        <p:spPr>
          <a:xfrm>
            <a:off x="868025" y="3243900"/>
            <a:ext cx="3398400" cy="16080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Diagnose process breakdown</a:t>
            </a:r>
            <a:endParaRPr sz="25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87" name="Google Shape;487;p58"/>
          <p:cNvSpPr/>
          <p:nvPr/>
        </p:nvSpPr>
        <p:spPr>
          <a:xfrm flipH="1">
            <a:off x="4808850" y="3243900"/>
            <a:ext cx="3398400" cy="1608000"/>
          </a:xfrm>
          <a:prstGeom prst="snip1Rect">
            <a:avLst>
              <a:gd fmla="val 16667" name="adj"/>
            </a:avLst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Quantify the </a:t>
            </a:r>
            <a:r>
              <a:rPr lang="en" sz="25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impact</a:t>
            </a:r>
            <a:r>
              <a:rPr lang="en" sz="25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of changing market conditions</a:t>
            </a:r>
            <a:endParaRPr sz="25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88" name="Google Shape;488;p58"/>
          <p:cNvSpPr/>
          <p:nvPr/>
        </p:nvSpPr>
        <p:spPr>
          <a:xfrm flipH="1">
            <a:off x="4808850" y="1395550"/>
            <a:ext cx="3398400" cy="1608000"/>
          </a:xfrm>
          <a:prstGeom prst="snip1Rect">
            <a:avLst>
              <a:gd fmla="val 16667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Assess carbon policy and emissions impacts</a:t>
            </a:r>
            <a:endParaRPr sz="25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89" name="Google Shape;489;p58"/>
          <p:cNvSpPr/>
          <p:nvPr/>
        </p:nvSpPr>
        <p:spPr>
          <a:xfrm>
            <a:off x="868050" y="1395550"/>
            <a:ext cx="3398400" cy="1608000"/>
          </a:xfrm>
          <a:prstGeom prst="snip1Rect">
            <a:avLst>
              <a:gd fmla="val 16667" name="adj"/>
            </a:avLst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Identify underperforming assets</a:t>
            </a:r>
            <a:endParaRPr sz="25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4" name="Google Shape;494;p59"/>
          <p:cNvCxnSpPr/>
          <p:nvPr/>
        </p:nvCxnSpPr>
        <p:spPr>
          <a:xfrm rot="10800000">
            <a:off x="750" y="361488"/>
            <a:ext cx="9102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5" name="Google Shape;495;p59"/>
          <p:cNvSpPr txBox="1"/>
          <p:nvPr>
            <p:ph idx="4294967295" type="title"/>
          </p:nvPr>
        </p:nvSpPr>
        <p:spPr>
          <a:xfrm>
            <a:off x="110700" y="2033950"/>
            <a:ext cx="6598200" cy="7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cxnSp>
        <p:nvCxnSpPr>
          <p:cNvPr id="496" name="Google Shape;496;p59"/>
          <p:cNvCxnSpPr/>
          <p:nvPr/>
        </p:nvCxnSpPr>
        <p:spPr>
          <a:xfrm rot="10800000">
            <a:off x="775" y="4683850"/>
            <a:ext cx="6898800" cy="6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7" name="Google Shape;497;p59"/>
          <p:cNvSpPr txBox="1"/>
          <p:nvPr>
            <p:ph idx="4294967295" type="subTitle"/>
          </p:nvPr>
        </p:nvSpPr>
        <p:spPr>
          <a:xfrm>
            <a:off x="228600" y="2819050"/>
            <a:ext cx="6480300" cy="424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Playfair Display"/>
                <a:ea typeface="Playfair Display"/>
                <a:cs typeface="Playfair Display"/>
                <a:sym typeface="Playfair Display"/>
              </a:rPr>
              <a:t>Questions?</a:t>
            </a:r>
            <a:endParaRPr sz="23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498" name="Google Shape;498;p59"/>
          <p:cNvPicPr preferRelativeResize="0"/>
          <p:nvPr/>
        </p:nvPicPr>
        <p:blipFill rotWithShape="1">
          <a:blip r:embed="rId3">
            <a:alphaModFix/>
          </a:blip>
          <a:srcRect b="0" l="16747" r="5286" t="0"/>
          <a:stretch/>
        </p:blipFill>
        <p:spPr>
          <a:xfrm>
            <a:off x="6899575" y="361500"/>
            <a:ext cx="2244425" cy="432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Kickoff Presentation">
  <a:themeElements>
    <a:clrScheme name="Simple Light">
      <a:dk1>
        <a:srgbClr val="FBFBFB"/>
      </a:dk1>
      <a:lt1>
        <a:srgbClr val="1C2026"/>
      </a:lt1>
      <a:dk2>
        <a:srgbClr val="F5F5F5"/>
      </a:dk2>
      <a:lt2>
        <a:srgbClr val="1C2026"/>
      </a:lt2>
      <a:accent1>
        <a:srgbClr val="E9E9E9"/>
      </a:accent1>
      <a:accent2>
        <a:srgbClr val="7A7A7A"/>
      </a:accent2>
      <a:accent3>
        <a:srgbClr val="C2C2C2"/>
      </a:accent3>
      <a:accent4>
        <a:srgbClr val="434343"/>
      </a:accent4>
      <a:accent5>
        <a:srgbClr val="666666"/>
      </a:accent5>
      <a:accent6>
        <a:srgbClr val="999999"/>
      </a:accent6>
      <a:hlink>
        <a:srgbClr val="B7B7B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